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872" y="82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Bhumika</a:t>
            </a: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</a:t>
            </a: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Rawat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bhumikarawat149@gmail.com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903215" y="4304150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13962" y="1079147"/>
            <a:ext cx="3854253" cy="184953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854979" y="4463040"/>
            <a:ext cx="8900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Aziz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488124"/>
            <a:ext cx="8352168" cy="358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079" y="846303"/>
            <a:ext cx="531713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focuses on analyzing </a:t>
            </a:r>
            <a:r>
              <a:rPr lang="en-US" b="1" dirty="0"/>
              <a:t>online inventory and order fulfillment data</a:t>
            </a:r>
            <a:r>
              <a:rPr lang="en-US" dirty="0"/>
              <a:t> using </a:t>
            </a:r>
            <a:r>
              <a:rPr lang="en-US" b="1" dirty="0"/>
              <a:t>Microsoft Excel and Power BI</a:t>
            </a:r>
            <a:r>
              <a:rPr lang="en-US" dirty="0"/>
              <a:t>.</a:t>
            </a:r>
          </a:p>
          <a:p>
            <a:r>
              <a:rPr lang="en-US" dirty="0"/>
              <a:t>The main objective is to understand stock levels, product demand, and delivery performance.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Excel is used for: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Data cleaning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Pivot tables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Chart analysis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Interactive dashboards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KPI analysis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The project helps in improving: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Inventory management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Order processing efficiency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Business decision-making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Businesses face difficulty in managing inventory efficiently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Stock shortages and overstocking are common problems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Delay in order fulfillment reduces customer satisfaction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Manual analysis is time-consuming and error-prone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Lack of visualization tools makes decision-making difficult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This project provides a data-driven solution using:</a:t>
            </a:r>
          </a:p>
          <a:p>
            <a:r>
              <a:rPr lang="en-US" b="1" dirty="0"/>
              <a:t>Excel</a:t>
            </a:r>
            <a:r>
              <a:rPr lang="en-US" dirty="0"/>
              <a:t> for data cleaning and analysis </a:t>
            </a:r>
          </a:p>
          <a:p>
            <a:r>
              <a:rPr lang="en-US" b="1" dirty="0"/>
              <a:t>Power BI</a:t>
            </a:r>
            <a:r>
              <a:rPr lang="en-US" dirty="0"/>
              <a:t> for dashboard visualization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Key solutions include: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Real-time inventory tracking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Identification of high-demand products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Monitoring delivery performance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KPI-based analysis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>
                <a:latin typeface="Lato"/>
              </a:rPr>
              <a:t>Inventory dataset (Excel/CSV)</a:t>
            </a:r>
            <a:r>
              <a:rPr lang="en-US" sz="1600" dirty="0">
                <a:solidFill>
                  <a:srgbClr val="1A1A2E"/>
                </a:solidFill>
                <a:latin typeface="Lato"/>
                <a:cs typeface="Arial" panose="020B0604020202020204" pitchFamily="34" charset="0"/>
              </a:rPr>
              <a:t>.</a:t>
            </a:r>
            <a:endParaRPr lang="en-US" sz="1600" dirty="0">
              <a:latin typeface="Lato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sz="1600" dirty="0">
                <a:latin typeface="Lato"/>
              </a:rPr>
              <a:t>Data cleaning (Excel).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>
                <a:latin typeface="Lato"/>
              </a:rPr>
              <a:t>Pivot tables &amp; formulas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Font typeface="Arial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Wingdings" pitchFamily="2" charset="2"/>
              <a:buChar char="Ø"/>
            </a:pPr>
            <a:r>
              <a:rPr lang="en-US" sz="1600" dirty="0">
                <a:latin typeface="Lato"/>
              </a:rPr>
              <a:t>Dashboard showing: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>
                <a:latin typeface="Lato"/>
              </a:rPr>
              <a:t>Total trends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>
                <a:latin typeface="Lato"/>
              </a:rPr>
              <a:t>Stock levels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>
                <a:latin typeface="Lato"/>
              </a:rPr>
              <a:t>Delivery performance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GIT HUB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4744" y="3019837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https://github.com/bhumikarawat149-bot/Smart-Inventory-Optimization-and-Order-Fulfilment-Intelligence-System-</a:t>
            </a: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313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VIDEO PRESANTION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https://drive.google.com/file/d/1gNHtdbk9k9khGtyowUoXCS3MVlysU-RP/view?usp=drivesdk</a:t>
            </a: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Deo</a:t>
            </a: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78593" y="2825282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Order Fulfillment Analysis</a:t>
            </a:r>
          </a:p>
          <a:p>
            <a:r>
              <a:rPr lang="en-US" sz="1600" dirty="0"/>
              <a:t>Delivery time </a:t>
            </a:r>
            <a:r>
              <a:rPr lang="en-US" sz="1600" dirty="0" err="1"/>
              <a:t>nd</a:t>
            </a:r>
            <a:r>
              <a:rPr lang="en-US" sz="1600" dirty="0"/>
              <a:t> order status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S</a:t>
            </a:r>
            <a:r>
              <a:rPr lang="en-US" dirty="0"/>
              <a:t>uccessfully analyzed inventory and order data.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Excel helped in structured data analysis 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Power BI provided clear visual insights.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Identified key issues like stock shortages and delays.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Improved understanding of business operations.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Font typeface="Arial" pitchFamily="34" charset="0"/>
              <a:buChar char="•"/>
            </a:pPr>
            <a:r>
              <a:rPr lang="en-US" dirty="0"/>
              <a:t>Add real-time data integration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Use AI for demand forecasting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Build automated inventory system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Develop mobile dashboard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Integrate with cloud platforms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360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Abhinay Rawat</cp:lastModifiedBy>
  <cp:revision>30</cp:revision>
  <dcterms:created xsi:type="dcterms:W3CDTF">2026-02-18T09:17:23Z</dcterms:created>
  <dcterms:modified xsi:type="dcterms:W3CDTF">2026-04-10T14:53:58Z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